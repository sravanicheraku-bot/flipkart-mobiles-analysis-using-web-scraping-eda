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3" r:id="rId4"/>
    <p:sldId id="265" r:id="rId5"/>
    <p:sldId id="266" r:id="rId6"/>
    <p:sldId id="268" r:id="rId7"/>
    <p:sldId id="282" r:id="rId8"/>
    <p:sldId id="277" r:id="rId9"/>
    <p:sldId id="276" r:id="rId10"/>
    <p:sldId id="273" r:id="rId11"/>
    <p:sldId id="281" r:id="rId12"/>
    <p:sldId id="271" r:id="rId13"/>
    <p:sldId id="270" r:id="rId14"/>
    <p:sldId id="269" r:id="rId15"/>
    <p:sldId id="283" r:id="rId16"/>
    <p:sldId id="279" r:id="rId17"/>
    <p:sldId id="259" r:id="rId18"/>
  </p:sldIdLst>
  <p:sldSz cx="12192000" cy="6858000"/>
  <p:notesSz cx="6858000" cy="9144000"/>
  <p:embeddedFontLst>
    <p:embeddedFont>
      <p:font typeface="Arial Black" panose="020B0A04020102020204" pitchFamily="34" charset="0"/>
      <p:bold r:id="rId20"/>
    </p:embeddedFont>
    <p:embeddedFont>
      <p:font typeface="Calisto MT" panose="02040603050505030304" pitchFamily="18" charset="0"/>
      <p:regular r:id="rId21"/>
      <p:bold r:id="rId22"/>
      <p:italic r:id="rId23"/>
      <p:boldItalic r:id="rId24"/>
    </p:embeddedFont>
    <p:embeddedFont>
      <p:font typeface="Lato Black" panose="020F0502020204030203" pitchFamily="34" charset="0"/>
      <p:bold r:id="rId25"/>
    </p:embeddedFont>
    <p:embeddedFont>
      <p:font typeface="Libre Baskerville" panose="02000000000000000000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676C4851-9883-427C-9008-8DDC06D46F7A}">
          <p14:sldIdLst/>
        </p14:section>
        <p14:section name="1" id="{03015E8C-229E-4543-86FF-CFA5D6B6ED89}">
          <p14:sldIdLst>
            <p14:sldId id="256"/>
            <p14:sldId id="257"/>
            <p14:sldId id="263"/>
            <p14:sldId id="265"/>
            <p14:sldId id="266"/>
            <p14:sldId id="268"/>
            <p14:sldId id="282"/>
            <p14:sldId id="277"/>
            <p14:sldId id="276"/>
            <p14:sldId id="273"/>
            <p14:sldId id="281"/>
            <p14:sldId id="271"/>
            <p14:sldId id="270"/>
            <p14:sldId id="269"/>
            <p14:sldId id="283"/>
            <p14:sldId id="279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B2C08F-5BE9-4E5E-A02F-5D2DF6BD50CF}" v="64" dt="2026-10-12T13:46:05.0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30" Type="http://customschemas.google.com/relationships/presentationmetadata" Target="meta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icheraku@outlook.com" userId="57b6ed2d2368ece6" providerId="LiveId" clId="{41C56836-0036-4EF8-8CD1-DBBA21209542}"/>
    <pc:docChg chg="undo custSel addSld delSld modSld modSection">
      <pc:chgData name="sravanicheraku@outlook.com" userId="57b6ed2d2368ece6" providerId="LiveId" clId="{41C56836-0036-4EF8-8CD1-DBBA21209542}" dt="2026-10-12T13:47:40.089" v="535" actId="208"/>
      <pc:docMkLst>
        <pc:docMk/>
      </pc:docMkLst>
      <pc:sldChg chg="modSp mod">
        <pc:chgData name="sravanicheraku@outlook.com" userId="57b6ed2d2368ece6" providerId="LiveId" clId="{41C56836-0036-4EF8-8CD1-DBBA21209542}" dt="2026-10-12T07:19:48.234" v="95" actId="2711"/>
        <pc:sldMkLst>
          <pc:docMk/>
          <pc:sldMk cId="0" sldId="256"/>
        </pc:sldMkLst>
        <pc:spChg chg="mod">
          <ac:chgData name="sravanicheraku@outlook.com" userId="57b6ed2d2368ece6" providerId="LiveId" clId="{41C56836-0036-4EF8-8CD1-DBBA21209542}" dt="2026-10-12T07:19:48.234" v="95" actId="2711"/>
          <ac:spMkLst>
            <pc:docMk/>
            <pc:sldMk cId="0" sldId="256"/>
            <ac:spMk id="99" creationId="{00000000-0000-0000-0000-000000000000}"/>
          </ac:spMkLst>
        </pc:spChg>
      </pc:sldChg>
      <pc:sldChg chg="modSp mod">
        <pc:chgData name="sravanicheraku@outlook.com" userId="57b6ed2d2368ece6" providerId="LiveId" clId="{41C56836-0036-4EF8-8CD1-DBBA21209542}" dt="2026-10-12T12:27:24.698" v="436" actId="20577"/>
        <pc:sldMkLst>
          <pc:docMk/>
          <pc:sldMk cId="0" sldId="257"/>
        </pc:sldMkLst>
        <pc:spChg chg="mod">
          <ac:chgData name="sravanicheraku@outlook.com" userId="57b6ed2d2368ece6" providerId="LiveId" clId="{41C56836-0036-4EF8-8CD1-DBBA21209542}" dt="2026-10-12T12:27:24.698" v="436" actId="20577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sravanicheraku@outlook.com" userId="57b6ed2d2368ece6" providerId="LiveId" clId="{41C56836-0036-4EF8-8CD1-DBBA21209542}" dt="2026-10-12T07:22:33.947" v="130" actId="20577"/>
          <ac:spMkLst>
            <pc:docMk/>
            <pc:sldMk cId="0" sldId="257"/>
            <ac:spMk id="105" creationId="{00000000-0000-0000-0000-000000000000}"/>
          </ac:spMkLst>
        </pc:spChg>
      </pc:sldChg>
      <pc:sldChg chg="del">
        <pc:chgData name="sravanicheraku@outlook.com" userId="57b6ed2d2368ece6" providerId="LiveId" clId="{41C56836-0036-4EF8-8CD1-DBBA21209542}" dt="2026-10-12T08:44:27.127" v="239" actId="2696"/>
        <pc:sldMkLst>
          <pc:docMk/>
          <pc:sldMk cId="0" sldId="258"/>
        </pc:sldMkLst>
      </pc:sldChg>
      <pc:sldChg chg="modSp mod">
        <pc:chgData name="sravanicheraku@outlook.com" userId="57b6ed2d2368ece6" providerId="LiveId" clId="{41C56836-0036-4EF8-8CD1-DBBA21209542}" dt="2026-10-12T13:30:51.020" v="513" actId="12"/>
        <pc:sldMkLst>
          <pc:docMk/>
          <pc:sldMk cId="3141909029" sldId="263"/>
        </pc:sldMkLst>
        <pc:spChg chg="mod">
          <ac:chgData name="sravanicheraku@outlook.com" userId="57b6ed2d2368ece6" providerId="LiveId" clId="{41C56836-0036-4EF8-8CD1-DBBA21209542}" dt="2026-10-12T13:30:51.020" v="513" actId="12"/>
          <ac:spMkLst>
            <pc:docMk/>
            <pc:sldMk cId="3141909029" sldId="263"/>
            <ac:spMk id="3" creationId="{EE2F05AF-E148-5834-5C16-E4D66BB07290}"/>
          </ac:spMkLst>
        </pc:spChg>
      </pc:sldChg>
      <pc:sldChg chg="addSp delSp modSp mod">
        <pc:chgData name="sravanicheraku@outlook.com" userId="57b6ed2d2368ece6" providerId="LiveId" clId="{41C56836-0036-4EF8-8CD1-DBBA21209542}" dt="2026-10-12T13:21:13.831" v="481" actId="1440"/>
        <pc:sldMkLst>
          <pc:docMk/>
          <pc:sldMk cId="697497184" sldId="265"/>
        </pc:sldMkLst>
        <pc:spChg chg="mod">
          <ac:chgData name="sravanicheraku@outlook.com" userId="57b6ed2d2368ece6" providerId="LiveId" clId="{41C56836-0036-4EF8-8CD1-DBBA21209542}" dt="2026-10-12T13:21:07.703" v="478" actId="14100"/>
          <ac:spMkLst>
            <pc:docMk/>
            <pc:sldMk cId="697497184" sldId="265"/>
            <ac:spMk id="5" creationId="{DE62057A-F75A-1A07-6543-FA33274BA67A}"/>
          </ac:spMkLst>
        </pc:spChg>
        <pc:picChg chg="add del">
          <ac:chgData name="sravanicheraku@outlook.com" userId="57b6ed2d2368ece6" providerId="LiveId" clId="{41C56836-0036-4EF8-8CD1-DBBA21209542}" dt="2026-10-12T12:30:54.003" v="445" actId="21"/>
          <ac:picMkLst>
            <pc:docMk/>
            <pc:sldMk cId="697497184" sldId="265"/>
            <ac:picMk id="4" creationId="{401FC254-86EE-473A-A266-D221621E16D7}"/>
          </ac:picMkLst>
        </pc:picChg>
        <pc:picChg chg="add mod">
          <ac:chgData name="sravanicheraku@outlook.com" userId="57b6ed2d2368ece6" providerId="LiveId" clId="{41C56836-0036-4EF8-8CD1-DBBA21209542}" dt="2026-10-12T13:21:13.831" v="481" actId="1440"/>
          <ac:picMkLst>
            <pc:docMk/>
            <pc:sldMk cId="697497184" sldId="265"/>
            <ac:picMk id="7" creationId="{B7502D1A-672E-FF70-2880-77CD8114CB14}"/>
          </ac:picMkLst>
        </pc:picChg>
      </pc:sldChg>
      <pc:sldChg chg="modSp mod">
        <pc:chgData name="sravanicheraku@outlook.com" userId="57b6ed2d2368ece6" providerId="LiveId" clId="{41C56836-0036-4EF8-8CD1-DBBA21209542}" dt="2026-10-12T12:42:27.889" v="448" actId="207"/>
        <pc:sldMkLst>
          <pc:docMk/>
          <pc:sldMk cId="2841578349" sldId="266"/>
        </pc:sldMkLst>
        <pc:spChg chg="mod">
          <ac:chgData name="sravanicheraku@outlook.com" userId="57b6ed2d2368ece6" providerId="LiveId" clId="{41C56836-0036-4EF8-8CD1-DBBA21209542}" dt="2026-10-12T12:42:27.889" v="448" actId="207"/>
          <ac:spMkLst>
            <pc:docMk/>
            <pc:sldMk cId="2841578349" sldId="266"/>
            <ac:spMk id="5" creationId="{679595C7-72E9-2A03-A92E-EA9523520257}"/>
          </ac:spMkLst>
        </pc:spChg>
      </pc:sldChg>
      <pc:sldChg chg="del">
        <pc:chgData name="sravanicheraku@outlook.com" userId="57b6ed2d2368ece6" providerId="LiveId" clId="{41C56836-0036-4EF8-8CD1-DBBA21209542}" dt="2026-10-12T08:01:17.319" v="191" actId="2696"/>
        <pc:sldMkLst>
          <pc:docMk/>
          <pc:sldMk cId="2073643232" sldId="267"/>
        </pc:sldMkLst>
      </pc:sldChg>
      <pc:sldChg chg="addSp delSp modSp mod">
        <pc:chgData name="sravanicheraku@outlook.com" userId="57b6ed2d2368ece6" providerId="LiveId" clId="{41C56836-0036-4EF8-8CD1-DBBA21209542}" dt="2026-10-12T13:45:12.133" v="526" actId="931"/>
        <pc:sldMkLst>
          <pc:docMk/>
          <pc:sldMk cId="1689693754" sldId="268"/>
        </pc:sldMkLst>
        <pc:spChg chg="mod">
          <ac:chgData name="sravanicheraku@outlook.com" userId="57b6ed2d2368ece6" providerId="LiveId" clId="{41C56836-0036-4EF8-8CD1-DBBA21209542}" dt="2026-10-12T13:20:16.306" v="468" actId="27636"/>
          <ac:spMkLst>
            <pc:docMk/>
            <pc:sldMk cId="1689693754" sldId="268"/>
            <ac:spMk id="3" creationId="{24BFABC7-56E0-4719-31E4-8093AD2DDD69}"/>
          </ac:spMkLst>
        </pc:spChg>
        <pc:picChg chg="add del mod">
          <ac:chgData name="sravanicheraku@outlook.com" userId="57b6ed2d2368ece6" providerId="LiveId" clId="{41C56836-0036-4EF8-8CD1-DBBA21209542}" dt="2026-10-12T13:32:22.325" v="523" actId="21"/>
          <ac:picMkLst>
            <pc:docMk/>
            <pc:sldMk cId="1689693754" sldId="268"/>
            <ac:picMk id="5" creationId="{770F0F06-E040-45A0-056A-EE925B4FFBD1}"/>
          </ac:picMkLst>
        </pc:picChg>
        <pc:picChg chg="add del mod">
          <ac:chgData name="sravanicheraku@outlook.com" userId="57b6ed2d2368ece6" providerId="LiveId" clId="{41C56836-0036-4EF8-8CD1-DBBA21209542}" dt="2026-10-12T13:45:12.133" v="526" actId="931"/>
          <ac:picMkLst>
            <pc:docMk/>
            <pc:sldMk cId="1689693754" sldId="268"/>
            <ac:picMk id="7" creationId="{5FD8D0D7-7ECA-93F1-326B-80F0895601D1}"/>
          </ac:picMkLst>
        </pc:picChg>
      </pc:sldChg>
      <pc:sldChg chg="addSp delSp modSp mod">
        <pc:chgData name="sravanicheraku@outlook.com" userId="57b6ed2d2368ece6" providerId="LiveId" clId="{41C56836-0036-4EF8-8CD1-DBBA21209542}" dt="2026-10-12T12:11:34.782" v="358" actId="1440"/>
        <pc:sldMkLst>
          <pc:docMk/>
          <pc:sldMk cId="844657421" sldId="269"/>
        </pc:sldMkLst>
        <pc:spChg chg="mod">
          <ac:chgData name="sravanicheraku@outlook.com" userId="57b6ed2d2368ece6" providerId="LiveId" clId="{41C56836-0036-4EF8-8CD1-DBBA21209542}" dt="2026-10-12T12:08:14.070" v="346" actId="20577"/>
          <ac:spMkLst>
            <pc:docMk/>
            <pc:sldMk cId="844657421" sldId="269"/>
            <ac:spMk id="2" creationId="{B6E83AEA-12C9-7156-8B5C-E1C4DEB1A66E}"/>
          </ac:spMkLst>
        </pc:spChg>
        <pc:spChg chg="mod">
          <ac:chgData name="sravanicheraku@outlook.com" userId="57b6ed2d2368ece6" providerId="LiveId" clId="{41C56836-0036-4EF8-8CD1-DBBA21209542}" dt="2026-10-12T12:11:23.198" v="357" actId="27636"/>
          <ac:spMkLst>
            <pc:docMk/>
            <pc:sldMk cId="844657421" sldId="269"/>
            <ac:spMk id="3" creationId="{3FC2F4A9-4556-73D5-16E1-D80A946C81F8}"/>
          </ac:spMkLst>
        </pc:spChg>
        <pc:picChg chg="add del mod">
          <ac:chgData name="sravanicheraku@outlook.com" userId="57b6ed2d2368ece6" providerId="LiveId" clId="{41C56836-0036-4EF8-8CD1-DBBA21209542}" dt="2026-10-12T12:10:53.070" v="349" actId="21"/>
          <ac:picMkLst>
            <pc:docMk/>
            <pc:sldMk cId="844657421" sldId="269"/>
            <ac:picMk id="5" creationId="{F5EDBC8E-A0D9-79AD-A13F-9A23AE51D7A2}"/>
          </ac:picMkLst>
        </pc:picChg>
        <pc:picChg chg="add del mod">
          <ac:chgData name="sravanicheraku@outlook.com" userId="57b6ed2d2368ece6" providerId="LiveId" clId="{41C56836-0036-4EF8-8CD1-DBBA21209542}" dt="2026-10-12T12:11:00.119" v="352" actId="21"/>
          <ac:picMkLst>
            <pc:docMk/>
            <pc:sldMk cId="844657421" sldId="269"/>
            <ac:picMk id="7" creationId="{E85D0097-A5A7-FBBF-3E27-37BADD516448}"/>
          </ac:picMkLst>
        </pc:picChg>
        <pc:picChg chg="add mod">
          <ac:chgData name="sravanicheraku@outlook.com" userId="57b6ed2d2368ece6" providerId="LiveId" clId="{41C56836-0036-4EF8-8CD1-DBBA21209542}" dt="2026-10-12T12:11:34.782" v="358" actId="1440"/>
          <ac:picMkLst>
            <pc:docMk/>
            <pc:sldMk cId="844657421" sldId="269"/>
            <ac:picMk id="9" creationId="{13F0A13A-F7FD-DB3F-9AB3-C888FB8F645E}"/>
          </ac:picMkLst>
        </pc:picChg>
      </pc:sldChg>
      <pc:sldChg chg="addSp modSp mod">
        <pc:chgData name="sravanicheraku@outlook.com" userId="57b6ed2d2368ece6" providerId="LiveId" clId="{41C56836-0036-4EF8-8CD1-DBBA21209542}" dt="2026-10-12T12:05:38.812" v="330" actId="1076"/>
        <pc:sldMkLst>
          <pc:docMk/>
          <pc:sldMk cId="1434020466" sldId="270"/>
        </pc:sldMkLst>
        <pc:spChg chg="mod">
          <ac:chgData name="sravanicheraku@outlook.com" userId="57b6ed2d2368ece6" providerId="LiveId" clId="{41C56836-0036-4EF8-8CD1-DBBA21209542}" dt="2026-10-12T11:43:00.409" v="316" actId="255"/>
          <ac:spMkLst>
            <pc:docMk/>
            <pc:sldMk cId="1434020466" sldId="270"/>
            <ac:spMk id="2" creationId="{27B796F7-6905-7E6C-117A-C38DA8609EE5}"/>
          </ac:spMkLst>
        </pc:spChg>
        <pc:spChg chg="mod">
          <ac:chgData name="sravanicheraku@outlook.com" userId="57b6ed2d2368ece6" providerId="LiveId" clId="{41C56836-0036-4EF8-8CD1-DBBA21209542}" dt="2026-10-12T11:42:26.807" v="313" actId="1076"/>
          <ac:spMkLst>
            <pc:docMk/>
            <pc:sldMk cId="1434020466" sldId="270"/>
            <ac:spMk id="3" creationId="{AF5CFB26-53F8-891B-1DB9-71D9BEB9939C}"/>
          </ac:spMkLst>
        </pc:spChg>
        <pc:picChg chg="add mod">
          <ac:chgData name="sravanicheraku@outlook.com" userId="57b6ed2d2368ece6" providerId="LiveId" clId="{41C56836-0036-4EF8-8CD1-DBBA21209542}" dt="2026-10-12T11:44:05.823" v="321" actId="1440"/>
          <ac:picMkLst>
            <pc:docMk/>
            <pc:sldMk cId="1434020466" sldId="270"/>
            <ac:picMk id="5" creationId="{73DB31BC-0DA1-1553-1402-9E2F8E783B94}"/>
          </ac:picMkLst>
        </pc:picChg>
        <pc:picChg chg="add mod">
          <ac:chgData name="sravanicheraku@outlook.com" userId="57b6ed2d2368ece6" providerId="LiveId" clId="{41C56836-0036-4EF8-8CD1-DBBA21209542}" dt="2026-10-12T12:05:38.812" v="330" actId="1076"/>
          <ac:picMkLst>
            <pc:docMk/>
            <pc:sldMk cId="1434020466" sldId="270"/>
            <ac:picMk id="7" creationId="{EE9DBCD2-54A8-ED6E-1B32-05E3BB2C3BED}"/>
          </ac:picMkLst>
        </pc:picChg>
      </pc:sldChg>
      <pc:sldChg chg="addSp delSp modSp mod">
        <pc:chgData name="sravanicheraku@outlook.com" userId="57b6ed2d2368ece6" providerId="LiveId" clId="{41C56836-0036-4EF8-8CD1-DBBA21209542}" dt="2026-10-12T11:40:53.171" v="301" actId="1440"/>
        <pc:sldMkLst>
          <pc:docMk/>
          <pc:sldMk cId="1765502419" sldId="271"/>
        </pc:sldMkLst>
        <pc:spChg chg="mod">
          <ac:chgData name="sravanicheraku@outlook.com" userId="57b6ed2d2368ece6" providerId="LiveId" clId="{41C56836-0036-4EF8-8CD1-DBBA21209542}" dt="2026-10-12T11:37:07.361" v="282"/>
          <ac:spMkLst>
            <pc:docMk/>
            <pc:sldMk cId="1765502419" sldId="271"/>
            <ac:spMk id="2" creationId="{6408DED6-4E68-AB13-3265-07A772B21B1C}"/>
          </ac:spMkLst>
        </pc:spChg>
        <pc:spChg chg="mod">
          <ac:chgData name="sravanicheraku@outlook.com" userId="57b6ed2d2368ece6" providerId="LiveId" clId="{41C56836-0036-4EF8-8CD1-DBBA21209542}" dt="2026-10-12T11:36:24.351" v="278" actId="255"/>
          <ac:spMkLst>
            <pc:docMk/>
            <pc:sldMk cId="1765502419" sldId="271"/>
            <ac:spMk id="3" creationId="{F3BFA047-31ED-8523-FBA0-F7B3F247A1F5}"/>
          </ac:spMkLst>
        </pc:spChg>
        <pc:spChg chg="add mod">
          <ac:chgData name="sravanicheraku@outlook.com" userId="57b6ed2d2368ece6" providerId="LiveId" clId="{41C56836-0036-4EF8-8CD1-DBBA21209542}" dt="2026-10-12T11:37:30.357" v="284" actId="1076"/>
          <ac:spMkLst>
            <pc:docMk/>
            <pc:sldMk cId="1765502419" sldId="271"/>
            <ac:spMk id="7" creationId="{350EFD3A-87C3-FF75-25E1-0B592219A792}"/>
          </ac:spMkLst>
        </pc:spChg>
        <pc:picChg chg="add del mod">
          <ac:chgData name="sravanicheraku@outlook.com" userId="57b6ed2d2368ece6" providerId="LiveId" clId="{41C56836-0036-4EF8-8CD1-DBBA21209542}" dt="2026-10-12T11:34:49.685" v="273" actId="21"/>
          <ac:picMkLst>
            <pc:docMk/>
            <pc:sldMk cId="1765502419" sldId="271"/>
            <ac:picMk id="5" creationId="{AE940968-3142-2C67-D452-15424C899A73}"/>
          </ac:picMkLst>
        </pc:picChg>
        <pc:picChg chg="add mod">
          <ac:chgData name="sravanicheraku@outlook.com" userId="57b6ed2d2368ece6" providerId="LiveId" clId="{41C56836-0036-4EF8-8CD1-DBBA21209542}" dt="2026-10-12T11:40:53.171" v="301" actId="1440"/>
          <ac:picMkLst>
            <pc:docMk/>
            <pc:sldMk cId="1765502419" sldId="271"/>
            <ac:picMk id="9" creationId="{65D545C2-D418-A1D9-2D8A-DDD9A901366D}"/>
          </ac:picMkLst>
        </pc:picChg>
        <pc:picChg chg="add del">
          <ac:chgData name="sravanicheraku@outlook.com" userId="57b6ed2d2368ece6" providerId="LiveId" clId="{41C56836-0036-4EF8-8CD1-DBBA21209542}" dt="2026-10-12T11:39:41.694" v="291" actId="21"/>
          <ac:picMkLst>
            <pc:docMk/>
            <pc:sldMk cId="1765502419" sldId="271"/>
            <ac:picMk id="11" creationId="{3BF3CCAF-29DE-7590-1AED-785D1B3FF737}"/>
          </ac:picMkLst>
        </pc:picChg>
        <pc:picChg chg="add mod">
          <ac:chgData name="sravanicheraku@outlook.com" userId="57b6ed2d2368ece6" providerId="LiveId" clId="{41C56836-0036-4EF8-8CD1-DBBA21209542}" dt="2026-10-12T11:40:40.630" v="300" actId="1440"/>
          <ac:picMkLst>
            <pc:docMk/>
            <pc:sldMk cId="1765502419" sldId="271"/>
            <ac:picMk id="13" creationId="{2F7552FE-52DA-E1F9-D048-9F1294F30B8F}"/>
          </ac:picMkLst>
        </pc:picChg>
      </pc:sldChg>
      <pc:sldChg chg="addSp modSp mod">
        <pc:chgData name="sravanicheraku@outlook.com" userId="57b6ed2d2368ece6" providerId="LiveId" clId="{41C56836-0036-4EF8-8CD1-DBBA21209542}" dt="2026-10-12T12:54:23.134" v="453" actId="1076"/>
        <pc:sldMkLst>
          <pc:docMk/>
          <pc:sldMk cId="974534989" sldId="273"/>
        </pc:sldMkLst>
        <pc:spChg chg="mod">
          <ac:chgData name="sravanicheraku@outlook.com" userId="57b6ed2d2368ece6" providerId="LiveId" clId="{41C56836-0036-4EF8-8CD1-DBBA21209542}" dt="2026-10-12T11:28:42.224" v="256" actId="207"/>
          <ac:spMkLst>
            <pc:docMk/>
            <pc:sldMk cId="974534989" sldId="273"/>
            <ac:spMk id="2" creationId="{C3B4853F-3B71-A933-402B-8E43C97ECDC5}"/>
          </ac:spMkLst>
        </pc:spChg>
        <pc:spChg chg="mod">
          <ac:chgData name="sravanicheraku@outlook.com" userId="57b6ed2d2368ece6" providerId="LiveId" clId="{41C56836-0036-4EF8-8CD1-DBBA21209542}" dt="2026-10-12T12:54:16.602" v="449" actId="14100"/>
          <ac:spMkLst>
            <pc:docMk/>
            <pc:sldMk cId="974534989" sldId="273"/>
            <ac:spMk id="3" creationId="{4FED9BD0-29BF-1456-56DE-932BC4481D76}"/>
          </ac:spMkLst>
        </pc:spChg>
        <pc:picChg chg="add mod">
          <ac:chgData name="sravanicheraku@outlook.com" userId="57b6ed2d2368ece6" providerId="LiveId" clId="{41C56836-0036-4EF8-8CD1-DBBA21209542}" dt="2026-10-12T12:54:23.134" v="453" actId="1076"/>
          <ac:picMkLst>
            <pc:docMk/>
            <pc:sldMk cId="974534989" sldId="273"/>
            <ac:picMk id="5" creationId="{333F0505-32D7-DB8E-73DE-A9AB6C5BD351}"/>
          </ac:picMkLst>
        </pc:picChg>
      </pc:sldChg>
      <pc:sldChg chg="addSp modSp del mod">
        <pc:chgData name="sravanicheraku@outlook.com" userId="57b6ed2d2368ece6" providerId="LiveId" clId="{41C56836-0036-4EF8-8CD1-DBBA21209542}" dt="2026-10-12T11:32:39.863" v="272" actId="2696"/>
        <pc:sldMkLst>
          <pc:docMk/>
          <pc:sldMk cId="1173793243" sldId="274"/>
        </pc:sldMkLst>
        <pc:spChg chg="add mod">
          <ac:chgData name="sravanicheraku@outlook.com" userId="57b6ed2d2368ece6" providerId="LiveId" clId="{41C56836-0036-4EF8-8CD1-DBBA21209542}" dt="2026-10-12T11:28:30.077" v="255" actId="207"/>
          <ac:spMkLst>
            <pc:docMk/>
            <pc:sldMk cId="1173793243" sldId="274"/>
            <ac:spMk id="3" creationId="{FDAD6741-01EA-80EB-0591-5C765E5038B7}"/>
          </ac:spMkLst>
        </pc:spChg>
        <pc:spChg chg="add mod">
          <ac:chgData name="sravanicheraku@outlook.com" userId="57b6ed2d2368ece6" providerId="LiveId" clId="{41C56836-0036-4EF8-8CD1-DBBA21209542}" dt="2026-10-12T08:45:10.437" v="245" actId="255"/>
          <ac:spMkLst>
            <pc:docMk/>
            <pc:sldMk cId="1173793243" sldId="274"/>
            <ac:spMk id="5" creationId="{218B1F7E-21E7-E32C-2B1B-1D18DCD81EDB}"/>
          </ac:spMkLst>
        </pc:spChg>
      </pc:sldChg>
      <pc:sldChg chg="del">
        <pc:chgData name="sravanicheraku@outlook.com" userId="57b6ed2d2368ece6" providerId="LiveId" clId="{41C56836-0036-4EF8-8CD1-DBBA21209542}" dt="2026-10-12T08:02:16.983" v="201" actId="2696"/>
        <pc:sldMkLst>
          <pc:docMk/>
          <pc:sldMk cId="231481198" sldId="275"/>
        </pc:sldMkLst>
      </pc:sldChg>
      <pc:sldChg chg="addSp modSp mod">
        <pc:chgData name="sravanicheraku@outlook.com" userId="57b6ed2d2368ece6" providerId="LiveId" clId="{41C56836-0036-4EF8-8CD1-DBBA21209542}" dt="2026-10-12T12:30:04.417" v="442" actId="1076"/>
        <pc:sldMkLst>
          <pc:docMk/>
          <pc:sldMk cId="3099323837" sldId="276"/>
        </pc:sldMkLst>
        <pc:spChg chg="add mod">
          <ac:chgData name="sravanicheraku@outlook.com" userId="57b6ed2d2368ece6" providerId="LiveId" clId="{41C56836-0036-4EF8-8CD1-DBBA21209542}" dt="2026-10-12T11:28:03.382" v="253" actId="207"/>
          <ac:spMkLst>
            <pc:docMk/>
            <pc:sldMk cId="3099323837" sldId="276"/>
            <ac:spMk id="3" creationId="{7379C83F-A1DD-E7CE-5632-1B64DBF4CE49}"/>
          </ac:spMkLst>
        </pc:spChg>
        <pc:spChg chg="add mod">
          <ac:chgData name="sravanicheraku@outlook.com" userId="57b6ed2d2368ece6" providerId="LiveId" clId="{41C56836-0036-4EF8-8CD1-DBBA21209542}" dt="2026-10-12T12:30:04.417" v="442" actId="1076"/>
          <ac:spMkLst>
            <pc:docMk/>
            <pc:sldMk cId="3099323837" sldId="276"/>
            <ac:spMk id="5" creationId="{207E087D-DEF6-AE08-7D30-42376C6FDBBD}"/>
          </ac:spMkLst>
        </pc:spChg>
        <pc:picChg chg="add mod">
          <ac:chgData name="sravanicheraku@outlook.com" userId="57b6ed2d2368ece6" providerId="LiveId" clId="{41C56836-0036-4EF8-8CD1-DBBA21209542}" dt="2026-10-12T12:29:56.320" v="441" actId="14100"/>
          <ac:picMkLst>
            <pc:docMk/>
            <pc:sldMk cId="3099323837" sldId="276"/>
            <ac:picMk id="4" creationId="{C6F81491-2453-CB62-CB5B-9BD2EEB48130}"/>
          </ac:picMkLst>
        </pc:picChg>
      </pc:sldChg>
      <pc:sldChg chg="del">
        <pc:chgData name="sravanicheraku@outlook.com" userId="57b6ed2d2368ece6" providerId="LiveId" clId="{41C56836-0036-4EF8-8CD1-DBBA21209542}" dt="2026-10-12T08:03:34.780" v="203" actId="2696"/>
        <pc:sldMkLst>
          <pc:docMk/>
          <pc:sldMk cId="2110104297" sldId="277"/>
        </pc:sldMkLst>
      </pc:sldChg>
      <pc:sldChg chg="addSp delSp modSp new mod">
        <pc:chgData name="sravanicheraku@outlook.com" userId="57b6ed2d2368ece6" providerId="LiveId" clId="{41C56836-0036-4EF8-8CD1-DBBA21209542}" dt="2026-10-12T13:32:02.777" v="522" actId="1076"/>
        <pc:sldMkLst>
          <pc:docMk/>
          <pc:sldMk cId="2950416986" sldId="277"/>
        </pc:sldMkLst>
        <pc:spChg chg="mod">
          <ac:chgData name="sravanicheraku@outlook.com" userId="57b6ed2d2368ece6" providerId="LiveId" clId="{41C56836-0036-4EF8-8CD1-DBBA21209542}" dt="2026-10-12T11:28:14.984" v="254" actId="207"/>
          <ac:spMkLst>
            <pc:docMk/>
            <pc:sldMk cId="2950416986" sldId="277"/>
            <ac:spMk id="2" creationId="{B00B1D05-43D4-3E88-1BB7-81920221D37F}"/>
          </ac:spMkLst>
        </pc:spChg>
        <pc:spChg chg="del">
          <ac:chgData name="sravanicheraku@outlook.com" userId="57b6ed2d2368ece6" providerId="LiveId" clId="{41C56836-0036-4EF8-8CD1-DBBA21209542}" dt="2026-10-12T08:42:16.789" v="228" actId="21"/>
          <ac:spMkLst>
            <pc:docMk/>
            <pc:sldMk cId="2950416986" sldId="277"/>
            <ac:spMk id="3" creationId="{D059BCD7-DF02-5D1B-466A-A0E4A10EE6E0}"/>
          </ac:spMkLst>
        </pc:spChg>
        <pc:spChg chg="add del mod">
          <ac:chgData name="sravanicheraku@outlook.com" userId="57b6ed2d2368ece6" providerId="LiveId" clId="{41C56836-0036-4EF8-8CD1-DBBA21209542}" dt="2026-10-12T08:41:21.510" v="220"/>
          <ac:spMkLst>
            <pc:docMk/>
            <pc:sldMk cId="2950416986" sldId="277"/>
            <ac:spMk id="5" creationId="{2C98F291-EFC4-D3B0-24BD-4A6EA009F6F1}"/>
          </ac:spMkLst>
        </pc:spChg>
        <pc:spChg chg="add del mod">
          <ac:chgData name="sravanicheraku@outlook.com" userId="57b6ed2d2368ece6" providerId="LiveId" clId="{41C56836-0036-4EF8-8CD1-DBBA21209542}" dt="2026-10-12T08:42:26.645" v="232"/>
          <ac:spMkLst>
            <pc:docMk/>
            <pc:sldMk cId="2950416986" sldId="277"/>
            <ac:spMk id="6" creationId="{83476E6B-9314-BF13-947B-07E2FB8F9C6F}"/>
          </ac:spMkLst>
        </pc:spChg>
        <pc:graphicFrameChg chg="add mod modGraphic">
          <ac:chgData name="sravanicheraku@outlook.com" userId="57b6ed2d2368ece6" providerId="LiveId" clId="{41C56836-0036-4EF8-8CD1-DBBA21209542}" dt="2026-10-12T13:31:53.896" v="519" actId="14100"/>
          <ac:graphicFrameMkLst>
            <pc:docMk/>
            <pc:sldMk cId="2950416986" sldId="277"/>
            <ac:graphicFrameMk id="4" creationId="{F557A7FE-5E7E-02FF-93FF-4005EEBB63D0}"/>
          </ac:graphicFrameMkLst>
        </pc:graphicFrameChg>
        <pc:picChg chg="add del mod">
          <ac:chgData name="sravanicheraku@outlook.com" userId="57b6ed2d2368ece6" providerId="LiveId" clId="{41C56836-0036-4EF8-8CD1-DBBA21209542}" dt="2026-10-12T13:19:55.305" v="459" actId="21"/>
          <ac:picMkLst>
            <pc:docMk/>
            <pc:sldMk cId="2950416986" sldId="277"/>
            <ac:picMk id="5" creationId="{E424D89A-8D4B-27EA-1CAB-C1104ADA6601}"/>
          </ac:picMkLst>
        </pc:picChg>
        <pc:picChg chg="add mod">
          <ac:chgData name="sravanicheraku@outlook.com" userId="57b6ed2d2368ece6" providerId="LiveId" clId="{41C56836-0036-4EF8-8CD1-DBBA21209542}" dt="2026-10-12T13:32:02.777" v="522" actId="1076"/>
          <ac:picMkLst>
            <pc:docMk/>
            <pc:sldMk cId="2950416986" sldId="277"/>
            <ac:picMk id="7" creationId="{76047662-A846-FB8D-0003-7B50F3EC009B}"/>
          </ac:picMkLst>
        </pc:picChg>
      </pc:sldChg>
      <pc:sldChg chg="modSp mod">
        <pc:chgData name="sravanicheraku@outlook.com" userId="57b6ed2d2368ece6" providerId="LiveId" clId="{41C56836-0036-4EF8-8CD1-DBBA21209542}" dt="2026-10-12T12:15:29.034" v="366"/>
        <pc:sldMkLst>
          <pc:docMk/>
          <pc:sldMk cId="132708146" sldId="278"/>
        </pc:sldMkLst>
        <pc:spChg chg="add mod">
          <ac:chgData name="sravanicheraku@outlook.com" userId="57b6ed2d2368ece6" providerId="LiveId" clId="{41C56836-0036-4EF8-8CD1-DBBA21209542}" dt="2026-10-12T12:15:22.597" v="365" actId="255"/>
          <ac:spMkLst>
            <pc:docMk/>
            <pc:sldMk cId="132708146" sldId="278"/>
            <ac:spMk id="3" creationId="{548172D0-90B9-C6F9-090F-B32BBD3264A2}"/>
          </ac:spMkLst>
        </pc:spChg>
        <pc:spChg chg="mod">
          <ac:chgData name="sravanicheraku@outlook.com" userId="57b6ed2d2368ece6" providerId="LiveId" clId="{41C56836-0036-4EF8-8CD1-DBBA21209542}" dt="2026-10-12T12:15:29.034" v="366"/>
          <ac:spMkLst>
            <pc:docMk/>
            <pc:sldMk cId="132708146" sldId="278"/>
            <ac:spMk id="4" creationId="{24B7D31F-5299-DDFE-2346-4FB9FDBB98AB}"/>
          </ac:spMkLst>
        </pc:spChg>
        <pc:picChg chg="add mod">
          <ac:chgData name="sravanicheraku@outlook.com" userId="57b6ed2d2368ece6" providerId="LiveId" clId="{41C56836-0036-4EF8-8CD1-DBBA21209542}" dt="2026-10-12T12:15:58.464" v="372" actId="1440"/>
          <ac:picMkLst>
            <pc:docMk/>
            <pc:sldMk cId="132708146" sldId="278"/>
            <ac:picMk id="5" creationId="{30B55A9E-A009-4CD9-B301-5A47370877D9}"/>
          </ac:picMkLst>
        </pc:picChg>
      </pc:sldChg>
      <pc:sldChg chg="addSp modSp new mod">
        <pc:chgData name="sravanicheraku@outlook.com" userId="57b6ed2d2368ece6" providerId="LiveId" clId="{41C56836-0036-4EF8-8CD1-DBBA21209542}" dt="2026-10-12T12:18:32.337" v="382" actId="20577"/>
        <pc:sldMkLst>
          <pc:docMk/>
          <pc:sldMk cId="1719694835" sldId="279"/>
        </pc:sldMkLst>
        <pc:spChg chg="add mod">
          <ac:chgData name="sravanicheraku@outlook.com" userId="57b6ed2d2368ece6" providerId="LiveId" clId="{41C56836-0036-4EF8-8CD1-DBBA21209542}" dt="2026-10-12T12:18:32.337" v="382" actId="20577"/>
          <ac:spMkLst>
            <pc:docMk/>
            <pc:sldMk cId="1719694835" sldId="279"/>
            <ac:spMk id="3" creationId="{7EC2AADA-58BF-D233-5F35-B0CD8D7A91A2}"/>
          </ac:spMkLst>
        </pc:spChg>
      </pc:sldChg>
      <pc:sldChg chg="new del">
        <pc:chgData name="sravanicheraku@outlook.com" userId="57b6ed2d2368ece6" providerId="LiveId" clId="{41C56836-0036-4EF8-8CD1-DBBA21209542}" dt="2026-10-12T13:24:39.480" v="484" actId="2696"/>
        <pc:sldMkLst>
          <pc:docMk/>
          <pc:sldMk cId="1921050239" sldId="280"/>
        </pc:sldMkLst>
      </pc:sldChg>
      <pc:sldChg chg="addSp delSp modSp new mod">
        <pc:chgData name="sravanicheraku@outlook.com" userId="57b6ed2d2368ece6" providerId="LiveId" clId="{41C56836-0036-4EF8-8CD1-DBBA21209542}" dt="2026-10-12T13:30:22.575" v="512" actId="1076"/>
        <pc:sldMkLst>
          <pc:docMk/>
          <pc:sldMk cId="404486714" sldId="281"/>
        </pc:sldMkLst>
        <pc:spChg chg="add del mod">
          <ac:chgData name="sravanicheraku@outlook.com" userId="57b6ed2d2368ece6" providerId="LiveId" clId="{41C56836-0036-4EF8-8CD1-DBBA21209542}" dt="2026-10-12T13:29:22.773" v="508" actId="21"/>
          <ac:spMkLst>
            <pc:docMk/>
            <pc:sldMk cId="404486714" sldId="281"/>
            <ac:spMk id="5" creationId="{42A87C08-27C9-98DA-B52C-F88D39F1A16D}"/>
          </ac:spMkLst>
        </pc:spChg>
        <pc:spChg chg="add mod">
          <ac:chgData name="sravanicheraku@outlook.com" userId="57b6ed2d2368ece6" providerId="LiveId" clId="{41C56836-0036-4EF8-8CD1-DBBA21209542}" dt="2026-10-12T13:29:51.800" v="510" actId="1076"/>
          <ac:spMkLst>
            <pc:docMk/>
            <pc:sldMk cId="404486714" sldId="281"/>
            <ac:spMk id="7" creationId="{9D6E9796-155B-B11F-E5B0-97F653DD38CC}"/>
          </ac:spMkLst>
        </pc:spChg>
        <pc:spChg chg="add mod">
          <ac:chgData name="sravanicheraku@outlook.com" userId="57b6ed2d2368ece6" providerId="LiveId" clId="{41C56836-0036-4EF8-8CD1-DBBA21209542}" dt="2026-10-12T13:30:22.575" v="512" actId="1076"/>
          <ac:spMkLst>
            <pc:docMk/>
            <pc:sldMk cId="404486714" sldId="281"/>
            <ac:spMk id="9" creationId="{02DC82B3-464E-FDE1-0A52-79E7107AA724}"/>
          </ac:spMkLst>
        </pc:spChg>
        <pc:picChg chg="add mod">
          <ac:chgData name="sravanicheraku@outlook.com" userId="57b6ed2d2368ece6" providerId="LiveId" clId="{41C56836-0036-4EF8-8CD1-DBBA21209542}" dt="2026-10-12T13:28:24.761" v="502" actId="1076"/>
          <ac:picMkLst>
            <pc:docMk/>
            <pc:sldMk cId="404486714" sldId="281"/>
            <ac:picMk id="3" creationId="{BB883730-D34E-94BB-0FA2-CF47B8F0870F}"/>
          </ac:picMkLst>
        </pc:picChg>
      </pc:sldChg>
      <pc:sldChg chg="addSp modSp new mod">
        <pc:chgData name="sravanicheraku@outlook.com" userId="57b6ed2d2368ece6" providerId="LiveId" clId="{41C56836-0036-4EF8-8CD1-DBBA21209542}" dt="2026-10-12T13:47:40.089" v="535" actId="208"/>
        <pc:sldMkLst>
          <pc:docMk/>
          <pc:sldMk cId="896532416" sldId="282"/>
        </pc:sldMkLst>
        <pc:spChg chg="add mod">
          <ac:chgData name="sravanicheraku@outlook.com" userId="57b6ed2d2368ece6" providerId="LiveId" clId="{41C56836-0036-4EF8-8CD1-DBBA21209542}" dt="2026-10-12T13:47:40.089" v="535" actId="208"/>
          <ac:spMkLst>
            <pc:docMk/>
            <pc:sldMk cId="896532416" sldId="282"/>
            <ac:spMk id="4" creationId="{BFC41B23-D5A1-48D5-77F5-26AD7E21DC65}"/>
          </ac:spMkLst>
        </pc:spChg>
        <pc:picChg chg="add mod">
          <ac:chgData name="sravanicheraku@outlook.com" userId="57b6ed2d2368ece6" providerId="LiveId" clId="{41C56836-0036-4EF8-8CD1-DBBA21209542}" dt="2026-10-12T13:46:05.002" v="532" actId="339"/>
          <ac:picMkLst>
            <pc:docMk/>
            <pc:sldMk cId="896532416" sldId="282"/>
            <ac:picMk id="3" creationId="{F692974B-422D-82FA-2C0F-BAB88AE3B3C7}"/>
          </ac:picMkLst>
        </pc:picChg>
      </pc:sldChg>
      <pc:sldMasterChg chg="delSldLayout">
        <pc:chgData name="sravanicheraku@outlook.com" userId="57b6ed2d2368ece6" providerId="LiveId" clId="{41C56836-0036-4EF8-8CD1-DBBA21209542}" dt="2026-10-12T08:03:34.780" v="203" actId="2696"/>
        <pc:sldMasterMkLst>
          <pc:docMk/>
          <pc:sldMasterMk cId="0" sldId="2147483648"/>
        </pc:sldMasterMkLst>
        <pc:sldLayoutChg chg="del">
          <pc:chgData name="sravanicheraku@outlook.com" userId="57b6ed2d2368ece6" providerId="LiveId" clId="{41C56836-0036-4EF8-8CD1-DBBA21209542}" dt="2026-10-12T08:03:34.780" v="203" actId="2696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sravanicheraku@outlook.com" userId="57b6ed2d2368ece6" providerId="LiveId" clId="{41C56836-0036-4EF8-8CD1-DBBA21209542}" dt="2026-10-12T08:02:16.983" v="201" actId="2696"/>
          <pc:sldLayoutMkLst>
            <pc:docMk/>
            <pc:sldMasterMk cId="0" sldId="2147483648"/>
            <pc:sldLayoutMk cId="0" sldId="214748365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cheruku-sravani-103349404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732001" y="2848781"/>
            <a:ext cx="7246189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3600" b="0" i="0" u="none" strike="noStrike" cap="none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</a:br>
            <a:r>
              <a:rPr lang="en-IN" sz="3600" b="0" i="0" u="none" strike="noStrike" cap="none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FLIPKART MO</a:t>
            </a:r>
            <a:r>
              <a:rPr lang="en-IN" sz="360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BILE ANALSIS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60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USING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600" b="0" i="0" u="none" strike="noStrike" cap="none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 WE</a:t>
            </a:r>
            <a:r>
              <a:rPr lang="en-IN" sz="360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B SCRAPING</a:t>
            </a:r>
            <a:r>
              <a:rPr lang="en-IN" sz="3600" b="0" i="0" u="none" strike="noStrike" cap="none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 </a:t>
            </a:r>
            <a:endParaRPr sz="3600" b="0" i="0" u="none" strike="noStrike" cap="none" dirty="0">
              <a:solidFill>
                <a:schemeClr val="tx1"/>
              </a:solidFill>
              <a:latin typeface="Arial Black" panose="020B0A04020102020204" pitchFamily="34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345873-A628-D561-2285-899B3F7ADD9C}"/>
              </a:ext>
            </a:extLst>
          </p:cNvPr>
          <p:cNvSpPr txBox="1"/>
          <p:nvPr/>
        </p:nvSpPr>
        <p:spPr>
          <a:xfrm>
            <a:off x="6866022" y="4803122"/>
            <a:ext cx="62243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sto MT" panose="02040603050505030304" pitchFamily="18" charset="0"/>
              </a:rPr>
              <a:t>                            CHERUKU SRAVANI</a:t>
            </a:r>
          </a:p>
          <a:p>
            <a:r>
              <a:rPr lang="en-US" sz="2000" dirty="0">
                <a:latin typeface="Calisto MT" panose="02040603050505030304" pitchFamily="18" charset="0"/>
              </a:rPr>
              <a:t>                             BATCH NO: 546 </a:t>
            </a:r>
            <a:endParaRPr lang="en-IN" sz="2000" dirty="0"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208547" y="1299172"/>
            <a:ext cx="11438021" cy="6370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Analyst</a:t>
            </a:r>
          </a:p>
          <a:p>
            <a:pPr lvl="0" algn="just">
              <a:buClr>
                <a:schemeClr val="dk1"/>
              </a:buClr>
              <a:buSzPts val="2400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enjoy working with data and finding patterns that help solve problems. Data analytics combines logical thinking, technology, and business understanding, which makes it an interesting career for me. I like turning raw data into meaningful insights that can support better decision-making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:(B-tech )[ANUBOSE INSTITUTE OF TECHNOLOGY]</a:t>
            </a:r>
          </a:p>
          <a:p>
            <a:pPr marL="285750" indent="-323850"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your LinkedIn and GitHub profile URLs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endParaRPr lang="en-IN" sz="28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dirty="0">
                <a:hlinkClick r:id="rId3"/>
              </a:rPr>
              <a:t>linkedin.com/in/cheruku-sravani-103349404</a:t>
            </a: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Calibri"/>
              <a:buChar char="•"/>
            </a:pPr>
            <a:endParaRPr lang="en-IN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IN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2F05AF-E148-5834-5C16-E4D66BB07290}"/>
              </a:ext>
            </a:extLst>
          </p:cNvPr>
          <p:cNvSpPr txBox="1"/>
          <p:nvPr/>
        </p:nvSpPr>
        <p:spPr>
          <a:xfrm>
            <a:off x="272714" y="1394915"/>
            <a:ext cx="10972801" cy="357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2600" lvl="0" indent="-457200">
              <a:lnSpc>
                <a:spcPct val="90000"/>
              </a:lnSpc>
              <a:spcBef>
                <a:spcPts val="100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sz="2800" b="1" dirty="0"/>
              <a:t>Business Problem</a:t>
            </a:r>
          </a:p>
          <a:p>
            <a:pPr marL="482600" lvl="0" indent="-457200">
              <a:lnSpc>
                <a:spcPct val="90000"/>
              </a:lnSpc>
              <a:spcBef>
                <a:spcPts val="100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sz="2800" b="1" dirty="0"/>
              <a:t>Business Problem Statement </a:t>
            </a:r>
          </a:p>
          <a:p>
            <a:pPr marL="482600" lvl="0" indent="-457200">
              <a:lnSpc>
                <a:spcPct val="90000"/>
              </a:lnSpc>
              <a:spcBef>
                <a:spcPts val="100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sz="2800" b="1" dirty="0"/>
              <a:t>Introduction</a:t>
            </a:r>
            <a:endParaRPr lang="en-US" sz="2800" dirty="0"/>
          </a:p>
          <a:p>
            <a:pPr marL="482600" lvl="0" indent="-457200">
              <a:lnSpc>
                <a:spcPct val="90000"/>
              </a:lnSpc>
              <a:spcBef>
                <a:spcPts val="100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sz="2800" b="1" dirty="0"/>
              <a:t>Analysis </a:t>
            </a:r>
          </a:p>
          <a:p>
            <a:pPr marL="482600" lvl="0" indent="-457200">
              <a:lnSpc>
                <a:spcPct val="90000"/>
              </a:lnSpc>
              <a:spcBef>
                <a:spcPts val="100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sz="2800" b="1" dirty="0"/>
              <a:t>Insights</a:t>
            </a:r>
          </a:p>
          <a:p>
            <a:pPr marL="482600" lvl="0" indent="-457200">
              <a:lnSpc>
                <a:spcPct val="90000"/>
              </a:lnSpc>
              <a:spcBef>
                <a:spcPts val="100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sz="2800" b="1" dirty="0"/>
              <a:t>Conclusion</a:t>
            </a:r>
          </a:p>
          <a:p>
            <a:pPr marL="482600" lvl="0" indent="-457200">
              <a:lnSpc>
                <a:spcPct val="90000"/>
              </a:lnSpc>
              <a:spcBef>
                <a:spcPts val="1000"/>
              </a:spcBef>
              <a:buSzPts val="2400"/>
              <a:buFont typeface="Wingdings" panose="05000000000000000000" pitchFamily="2" charset="2"/>
              <a:buChar char="Ø"/>
            </a:pPr>
            <a:r>
              <a:rPr lang="en-US" sz="2800" b="1" dirty="0"/>
              <a:t>Recommendation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A45F8-06E6-7C45-F06C-E7605F0E0EB0}"/>
              </a:ext>
            </a:extLst>
          </p:cNvPr>
          <p:cNvSpPr txBox="1"/>
          <p:nvPr/>
        </p:nvSpPr>
        <p:spPr>
          <a:xfrm>
            <a:off x="866273" y="30509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Agenda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909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4689D-E595-2A50-47AB-A514A867883E}"/>
              </a:ext>
            </a:extLst>
          </p:cNvPr>
          <p:cNvSpPr txBox="1"/>
          <p:nvPr/>
        </p:nvSpPr>
        <p:spPr>
          <a:xfrm>
            <a:off x="368968" y="35321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Business Problem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2057A-F75A-1A07-6543-FA33274BA67A}"/>
              </a:ext>
            </a:extLst>
          </p:cNvPr>
          <p:cNvSpPr txBox="1"/>
          <p:nvPr/>
        </p:nvSpPr>
        <p:spPr>
          <a:xfrm>
            <a:off x="368968" y="1556084"/>
            <a:ext cx="4999445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 Online shopping platforms offer many mobile brands and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Comparing prices and specifications manually takes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Customers need an easier way to compare mobile features and prices.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Data analysis helps identify useful patterns in the collected data.</a:t>
            </a:r>
          </a:p>
          <a:p>
            <a:pPr marL="114300" indent="0" algn="just">
              <a:buNone/>
            </a:pPr>
            <a:endParaRPr lang="en-IN" sz="2400" dirty="0"/>
          </a:p>
          <a:p>
            <a:pPr marL="114300" indent="0" algn="just">
              <a:buNone/>
            </a:pPr>
            <a:endParaRPr lang="en-IN" sz="2400" dirty="0"/>
          </a:p>
          <a:p>
            <a:pPr marL="114300" indent="0" algn="just">
              <a:buNone/>
            </a:pPr>
            <a:endParaRPr lang="en-IN" sz="2400" dirty="0"/>
          </a:p>
          <a:p>
            <a:pPr marL="114300" indent="0" algn="just">
              <a:buNone/>
            </a:pPr>
            <a:endParaRPr lang="en-IN" sz="2400" dirty="0"/>
          </a:p>
          <a:p>
            <a:pPr marL="114300" indent="0" algn="just">
              <a:buNone/>
            </a:pP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502D1A-672E-FF70-2880-77CD8114C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48194"/>
            <a:ext cx="5303663" cy="37890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9749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985CFB-A2F0-C9D2-AE68-9516B5734828}"/>
              </a:ext>
            </a:extLst>
          </p:cNvPr>
          <p:cNvSpPr txBox="1"/>
          <p:nvPr/>
        </p:nvSpPr>
        <p:spPr>
          <a:xfrm>
            <a:off x="513347" y="383630"/>
            <a:ext cx="79087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 err="1">
                <a:solidFill>
                  <a:srgbClr val="C00000"/>
                </a:solidFill>
              </a:rPr>
              <a:t>BusinessProblemStatement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9595C7-72E9-2A03-A92E-EA9523520257}"/>
              </a:ext>
            </a:extLst>
          </p:cNvPr>
          <p:cNvSpPr txBox="1"/>
          <p:nvPr/>
        </p:nvSpPr>
        <p:spPr>
          <a:xfrm>
            <a:off x="368969" y="1406178"/>
            <a:ext cx="1182303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The main objective is to collect mobile phone data from Flipkart and analyse it to understand brand distribution, mobile prices, and the relationship between specifications and prices.</a:t>
            </a:r>
          </a:p>
          <a:p>
            <a:endParaRPr lang="en-IN" sz="2800" dirty="0"/>
          </a:p>
          <a:p>
            <a:r>
              <a:rPr lang="en-IN" sz="2800" dirty="0">
                <a:solidFill>
                  <a:srgbClr val="0070C0"/>
                </a:solidFill>
              </a:rPr>
              <a:t>Key questions</a:t>
            </a:r>
            <a:r>
              <a:rPr lang="en-IN" sz="2800" dirty="0"/>
              <a:t>: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800" dirty="0"/>
              <a:t>Which brands appear most frequently in the dataset?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800" dirty="0"/>
              <a:t>What is the distribution of mobile prices?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IN" sz="2800" dirty="0"/>
              <a:t>Is there a relationship between RAM and price?</a:t>
            </a:r>
          </a:p>
        </p:txBody>
      </p:sp>
    </p:spTree>
    <p:extLst>
      <p:ext uri="{BB962C8B-B14F-4D97-AF65-F5344CB8AC3E}">
        <p14:creationId xmlns:p14="http://schemas.microsoft.com/office/powerpoint/2010/main" val="2841578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88F57-8582-DB50-3343-0DDFD62EB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9366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rgbClr val="C00000"/>
                </a:solidFill>
              </a:rPr>
              <a:t>Introduction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FABC7-56E0-4719-31E4-8093AD2DD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304" y="1070450"/>
            <a:ext cx="11588496" cy="5202333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sz="3200" dirty="0"/>
              <a:t>This project uses web scraping to collect mobile product information.</a:t>
            </a:r>
          </a:p>
          <a:p>
            <a:pPr lvl="0"/>
            <a:r>
              <a:rPr lang="en-IN" sz="3200" dirty="0"/>
              <a:t>Selenium is used for browser automation and data collection.</a:t>
            </a:r>
          </a:p>
          <a:p>
            <a:pPr lvl="0"/>
            <a:r>
              <a:rPr lang="en-IN" sz="3200" dirty="0"/>
              <a:t>Pandas is used for data cleaning and preparation.</a:t>
            </a:r>
          </a:p>
          <a:p>
            <a:pPr lvl="0"/>
            <a:r>
              <a:rPr lang="en-IN" sz="3200" dirty="0"/>
              <a:t>Matplotlib and Seaborn are used to create visualisations.</a:t>
            </a:r>
          </a:p>
          <a:p>
            <a:pPr lvl="0"/>
            <a:r>
              <a:rPr lang="en-IN" sz="3200" dirty="0"/>
              <a:t>Exploratory Data Analysis (EDA) helps understand the dataset.</a:t>
            </a:r>
          </a:p>
          <a:p>
            <a:pPr marL="1143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969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2974B-422D-82FA-2C0F-BAB88AE3B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6581" y="360877"/>
            <a:ext cx="12192000" cy="680483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C41B23-D5A1-48D5-77F5-26AD7E21DC65}"/>
              </a:ext>
            </a:extLst>
          </p:cNvPr>
          <p:cNvSpPr/>
          <p:nvPr/>
        </p:nvSpPr>
        <p:spPr>
          <a:xfrm>
            <a:off x="9379974" y="619432"/>
            <a:ext cx="2025445" cy="580103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532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1D05-43D4-3E88-1BB7-81920221D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27" y="49216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Tools and Technologies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557A7FE-5E7E-02FF-93FF-4005EEBB6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902829"/>
              </p:ext>
            </p:extLst>
          </p:nvPr>
        </p:nvGraphicFramePr>
        <p:xfrm>
          <a:off x="0" y="1197318"/>
          <a:ext cx="5574761" cy="54702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69410">
                  <a:extLst>
                    <a:ext uri="{9D8B030D-6E8A-4147-A177-3AD203B41FA5}">
                      <a16:colId xmlns:a16="http://schemas.microsoft.com/office/drawing/2014/main" val="899336959"/>
                    </a:ext>
                  </a:extLst>
                </a:gridCol>
                <a:gridCol w="3705351">
                  <a:extLst>
                    <a:ext uri="{9D8B030D-6E8A-4147-A177-3AD203B41FA5}">
                      <a16:colId xmlns:a16="http://schemas.microsoft.com/office/drawing/2014/main" val="2404955178"/>
                    </a:ext>
                  </a:extLst>
                </a:gridCol>
              </a:tblGrid>
              <a:tr h="60027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692465"/>
                  </a:ext>
                </a:extLst>
              </a:tr>
              <a:tr h="60027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344165"/>
                  </a:ext>
                </a:extLst>
              </a:tr>
              <a:tr h="60027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Selenium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Collecting website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9920227"/>
                  </a:ext>
                </a:extLst>
              </a:tr>
              <a:tr h="60027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Pandas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Data cleaning and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549246"/>
                  </a:ext>
                </a:extLst>
              </a:tr>
              <a:tr h="60027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Numerical 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92907"/>
                  </a:ext>
                </a:extLst>
              </a:tr>
              <a:tr h="60027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Matplotlib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Creating charts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567482"/>
                  </a:ext>
                </a:extLst>
              </a:tr>
              <a:tr h="60027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Seaborn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Statistical visualizations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6290877"/>
                  </a:ext>
                </a:extLst>
              </a:tr>
              <a:tr h="600273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Jupyter 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§"/>
                      </a:pPr>
                      <a:r>
                        <a:rPr lang="en-IN" sz="2400" dirty="0"/>
                        <a:t>Writing and running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852696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6047662-A846-FB8D-0003-7B50F3EC0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157" y="1331274"/>
            <a:ext cx="5742039" cy="520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16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A80A-823B-F1BF-5B3C-73F0DBB3A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79C83F-A1DD-E7CE-5632-1B64DBF4CE49}"/>
              </a:ext>
            </a:extLst>
          </p:cNvPr>
          <p:cNvSpPr txBox="1"/>
          <p:nvPr/>
        </p:nvSpPr>
        <p:spPr>
          <a:xfrm>
            <a:off x="481263" y="439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</a:rPr>
              <a:t>Data Collection and Dataset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E087D-DEF6-AE08-7D30-42376C6FDBBD}"/>
              </a:ext>
            </a:extLst>
          </p:cNvPr>
          <p:cNvSpPr txBox="1"/>
          <p:nvPr/>
        </p:nvSpPr>
        <p:spPr>
          <a:xfrm>
            <a:off x="157316" y="1927341"/>
            <a:ext cx="55355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Source: Flipkart mobile listings.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Method: Selenium web scraping.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Dataset: 9 columns.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Examples: Brand, model, RAM, </a:t>
            </a:r>
            <a:r>
              <a:rPr lang="en-IN" sz="2400" dirty="0" err="1"/>
              <a:t>ROM,processor</a:t>
            </a:r>
            <a:r>
              <a:rPr lang="en-IN" sz="2400" dirty="0"/>
              <a:t>, camera, battery, price, and ratings.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81491-2453-CB62-CB5B-9BD2EEB48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298" y="1492685"/>
            <a:ext cx="5662151" cy="317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23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378F-90F3-5729-05D0-0B1B9DBAB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4853F-3B71-A933-402B-8E43C97E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Data Cleaning and Preprocessing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D9BD0-29BF-1456-56DE-932BC4481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6132871" cy="4351338"/>
          </a:xfrm>
        </p:spPr>
        <p:txBody>
          <a:bodyPr/>
          <a:lstStyle/>
          <a:p>
            <a:r>
              <a:rPr lang="en-IN" sz="3200" dirty="0"/>
              <a:t>After collecting the data, I checked for missing values and duplicate records. I also checked the data types and cleaned the price and specification columns.</a:t>
            </a:r>
          </a:p>
          <a:p>
            <a:r>
              <a:rPr lang="en-IN" sz="3200" dirty="0"/>
              <a:t>Data cleaning is important because incorrect or incomplete data can affect the analysis results.</a:t>
            </a:r>
          </a:p>
          <a:p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3F0505-32D7-DB8E-73DE-A9AB6C5BD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063" y="1513708"/>
            <a:ext cx="5098222" cy="323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34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83730-D34E-94BB-0FA2-CF47B8F087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28383" y="1133858"/>
            <a:ext cx="3691901" cy="43595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6E9796-155B-B11F-E5B0-97F653DD38CC}"/>
              </a:ext>
            </a:extLst>
          </p:cNvPr>
          <p:cNvSpPr txBox="1"/>
          <p:nvPr/>
        </p:nvSpPr>
        <p:spPr>
          <a:xfrm>
            <a:off x="790022" y="88392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Data Inspection Functions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df.head</a:t>
            </a:r>
            <a:r>
              <a:rPr lang="en-IN" sz="2000" dirty="0">
                <a:latin typeface="Arial"/>
              </a:rPr>
              <a:t>()</a:t>
            </a:r>
            <a:r>
              <a:rPr lang="en-IN" sz="2000" dirty="0"/>
              <a:t> – Displays the first 5 rows.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df.tail</a:t>
            </a:r>
            <a:r>
              <a:rPr lang="en-IN" sz="2000" dirty="0">
                <a:latin typeface="Arial"/>
              </a:rPr>
              <a:t>()</a:t>
            </a:r>
            <a:r>
              <a:rPr lang="en-IN" sz="2000" dirty="0"/>
              <a:t> – Displays the last 5 rows.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df.shape</a:t>
            </a:r>
            <a:r>
              <a:rPr lang="en-IN" sz="2000" dirty="0"/>
              <a:t> – Shows the number of rows and columns.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df.columns</a:t>
            </a:r>
            <a:r>
              <a:rPr lang="en-IN" sz="2000" dirty="0"/>
              <a:t> – Displays all column names.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Arial"/>
              </a:rPr>
              <a:t>df.info()</a:t>
            </a:r>
            <a:r>
              <a:rPr lang="en-IN" sz="2000" dirty="0"/>
              <a:t> – Shows data types and non-null counts.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df.dtypes</a:t>
            </a:r>
            <a:r>
              <a:rPr lang="en-IN" sz="2000" dirty="0"/>
              <a:t> – Displays data types of each column.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df.describe</a:t>
            </a:r>
            <a:r>
              <a:rPr lang="en-IN" sz="2000" dirty="0">
                <a:latin typeface="Arial"/>
              </a:rPr>
              <a:t>()</a:t>
            </a:r>
            <a:r>
              <a:rPr lang="en-IN" sz="2000" dirty="0"/>
              <a:t> – Provides a statistical summary.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C82B3-464E-FDE1-0A52-79E7107AA724}"/>
              </a:ext>
            </a:extLst>
          </p:cNvPr>
          <p:cNvSpPr txBox="1"/>
          <p:nvPr/>
        </p:nvSpPr>
        <p:spPr>
          <a:xfrm>
            <a:off x="1000378" y="4216111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Missing Values &amp; Duplicates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df.isnull</a:t>
            </a:r>
            <a:r>
              <a:rPr lang="en-IN" sz="2000" dirty="0">
                <a:latin typeface="Arial"/>
              </a:rPr>
              <a:t>().sum()</a:t>
            </a:r>
            <a:r>
              <a:rPr lang="en-IN" sz="2000" dirty="0"/>
              <a:t> – Counts missing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df.isna</a:t>
            </a:r>
            <a:r>
              <a:rPr lang="en-IN" sz="2000" dirty="0">
                <a:latin typeface="Arial"/>
              </a:rPr>
              <a:t>().sum()</a:t>
            </a:r>
            <a:r>
              <a:rPr lang="en-IN" sz="2000" dirty="0"/>
              <a:t> – Checks missing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df.notnull</a:t>
            </a:r>
            <a:r>
              <a:rPr lang="en-IN" sz="2000" dirty="0">
                <a:latin typeface="Arial"/>
              </a:rPr>
              <a:t>().sum()</a:t>
            </a:r>
            <a:r>
              <a:rPr lang="en-IN" sz="2000" dirty="0"/>
              <a:t> – Counts non-missing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df.dropna</a:t>
            </a:r>
            <a:r>
              <a:rPr lang="en-IN" sz="2000" dirty="0">
                <a:latin typeface="Arial"/>
              </a:rPr>
              <a:t>()</a:t>
            </a:r>
            <a:r>
              <a:rPr lang="en-IN" sz="2000" dirty="0"/>
              <a:t> – Removes rows with missing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df.fillna</a:t>
            </a:r>
            <a:r>
              <a:rPr lang="en-IN" sz="2000" dirty="0">
                <a:latin typeface="Arial"/>
              </a:rPr>
              <a:t>()</a:t>
            </a:r>
            <a:r>
              <a:rPr lang="en-IN" sz="2000" dirty="0"/>
              <a:t> – Fills missing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df.duplicated</a:t>
            </a:r>
            <a:r>
              <a:rPr lang="en-IN" sz="2000" dirty="0">
                <a:latin typeface="Arial"/>
              </a:rPr>
              <a:t>().sum()</a:t>
            </a:r>
            <a:r>
              <a:rPr lang="en-IN" sz="2000" dirty="0"/>
              <a:t> – Counts duplicate rows.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Arial"/>
              </a:rPr>
              <a:t>df.drop_duplicates</a:t>
            </a:r>
            <a:r>
              <a:rPr lang="en-IN" sz="2000" dirty="0">
                <a:latin typeface="Arial"/>
              </a:rPr>
              <a:t>()</a:t>
            </a:r>
            <a:r>
              <a:rPr lang="en-IN" sz="2000" dirty="0"/>
              <a:t> – Removes duplicate </a:t>
            </a:r>
            <a:r>
              <a:rPr lang="en-IN" dirty="0"/>
              <a:t>rows.</a:t>
            </a:r>
          </a:p>
        </p:txBody>
      </p:sp>
    </p:spTree>
    <p:extLst>
      <p:ext uri="{BB962C8B-B14F-4D97-AF65-F5344CB8AC3E}">
        <p14:creationId xmlns:p14="http://schemas.microsoft.com/office/powerpoint/2010/main" val="404486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8DED6-4E68-AB13-3265-07A772B2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2" y="70157"/>
            <a:ext cx="8168149" cy="107038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Univariate Analysis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FA047-31ED-8523-FBA0-F7B3F247A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070987" cy="435133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1. Mobile Price Distribution</a:t>
            </a:r>
            <a:endParaRPr lang="en-IN" dirty="0"/>
          </a:p>
          <a:p>
            <a:pPr lvl="0"/>
            <a:r>
              <a:rPr lang="en-IN" dirty="0"/>
              <a:t>Used a histogram to </a:t>
            </a:r>
            <a:r>
              <a:rPr lang="en-IN" dirty="0" err="1"/>
              <a:t>analyze</a:t>
            </a:r>
            <a:r>
              <a:rPr lang="en-IN" dirty="0"/>
              <a:t> mobile prices.</a:t>
            </a:r>
          </a:p>
          <a:p>
            <a:pPr lvl="0"/>
            <a:r>
              <a:rPr lang="en-IN" sz="2400" dirty="0"/>
              <a:t>Observed</a:t>
            </a:r>
            <a:r>
              <a:rPr lang="en-IN" dirty="0"/>
              <a:t> the distribution of mobile prices across different price ranges.</a:t>
            </a:r>
          </a:p>
          <a:p>
            <a:r>
              <a:rPr lang="en-IN" b="1" dirty="0"/>
              <a:t>2. Number of Mobiles by Brand</a:t>
            </a:r>
            <a:endParaRPr lang="en-IN" dirty="0"/>
          </a:p>
          <a:p>
            <a:pPr lvl="0"/>
            <a:r>
              <a:rPr lang="en-IN" dirty="0"/>
              <a:t>Used a bar chart to count mobiles by brand.</a:t>
            </a:r>
          </a:p>
          <a:p>
            <a:pPr lvl="0"/>
            <a:r>
              <a:rPr lang="en-IN" dirty="0"/>
              <a:t>Compared the number of mobile listings for each brand.</a:t>
            </a:r>
          </a:p>
          <a:p>
            <a:r>
              <a:rPr lang="en-IN" b="1" dirty="0"/>
              <a:t>Conclusion:</a:t>
            </a:r>
            <a:r>
              <a:rPr lang="en-IN" dirty="0"/>
              <a:t> Univariate analysis helped me understand individual variables in the mobile dataset.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EFD3A-87C3-FF75-25E1-0B592219A792}"/>
              </a:ext>
            </a:extLst>
          </p:cNvPr>
          <p:cNvSpPr txBox="1"/>
          <p:nvPr/>
        </p:nvSpPr>
        <p:spPr>
          <a:xfrm>
            <a:off x="631722" y="681037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Univariate analysis means </a:t>
            </a:r>
            <a:r>
              <a:rPr lang="en-IN" dirty="0" err="1"/>
              <a:t>analyzing</a:t>
            </a:r>
            <a:r>
              <a:rPr lang="en-IN" dirty="0"/>
              <a:t> one variable at a time. In my project, I </a:t>
            </a:r>
            <a:r>
              <a:rPr lang="en-IN" dirty="0" err="1"/>
              <a:t>analyzed</a:t>
            </a:r>
            <a:r>
              <a:rPr lang="en-IN" dirty="0"/>
              <a:t> mobile prices using a histogram and compared mobile counts by brand using a bar chart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D545C2-D418-A1D9-2D8A-DDD9A9013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69614" y="1534161"/>
            <a:ext cx="5695464" cy="44725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65502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796F7-6905-7E6C-117A-C38DA860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>
                <a:solidFill>
                  <a:srgbClr val="FF0000"/>
                </a:solidFill>
              </a:rPr>
              <a:t>Bivariate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CFB26-53F8-891B-1DB9-71D9BEB99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710" y="2051766"/>
            <a:ext cx="5100484" cy="4004904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1. Price vs RAM</a:t>
            </a:r>
            <a:endParaRPr lang="en-IN" dirty="0"/>
          </a:p>
          <a:p>
            <a:pPr lvl="0"/>
            <a:r>
              <a:rPr lang="en-IN" dirty="0"/>
              <a:t>Compared mobile prices with RAM capacity.</a:t>
            </a:r>
          </a:p>
          <a:p>
            <a:pPr lvl="0"/>
            <a:r>
              <a:rPr lang="en-IN" dirty="0"/>
              <a:t>Identified the relationship between RAM and price.</a:t>
            </a:r>
          </a:p>
          <a:p>
            <a:r>
              <a:rPr lang="en-IN" b="1" dirty="0"/>
              <a:t>2. Price vs Rating</a:t>
            </a:r>
            <a:endParaRPr lang="en-IN" dirty="0"/>
          </a:p>
          <a:p>
            <a:pPr lvl="0"/>
            <a:r>
              <a:rPr lang="en-IN" dirty="0"/>
              <a:t>Compared mobile prices with customer ratings.</a:t>
            </a:r>
          </a:p>
          <a:p>
            <a:pPr lvl="0"/>
            <a:r>
              <a:rPr lang="en-IN" dirty="0"/>
              <a:t>Observed how prices vary across different ratings.</a:t>
            </a:r>
          </a:p>
          <a:p>
            <a:r>
              <a:rPr lang="en-IN" b="1" dirty="0"/>
              <a:t>Conclusion:</a:t>
            </a:r>
            <a:r>
              <a:rPr lang="en-IN" dirty="0"/>
              <a:t> Bivariate analysis helped me understand the relationship between two variables.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B31BC-0DA1-1553-1402-9E2F8E783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541" y="1690687"/>
            <a:ext cx="4581749" cy="35753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34020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3AEA-12C9-7156-8B5C-E1C4DEB1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Multivariate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2F4A9-4556-73D5-16E1-D80A946C8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982497" cy="435133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dirty="0" err="1"/>
              <a:t>Analyzed</a:t>
            </a:r>
            <a:r>
              <a:rPr lang="en-IN" dirty="0"/>
              <a:t> multiple mobile features together.</a:t>
            </a:r>
          </a:p>
          <a:p>
            <a:pPr lvl="0"/>
            <a:r>
              <a:rPr lang="en-IN" dirty="0"/>
              <a:t>Compared RAM, storage, and price.</a:t>
            </a:r>
          </a:p>
          <a:p>
            <a:pPr lvl="0"/>
            <a:r>
              <a:rPr lang="en-IN" dirty="0"/>
              <a:t>Studied relationships among mobile specifications.</a:t>
            </a:r>
          </a:p>
          <a:p>
            <a:pPr lvl="0"/>
            <a:r>
              <a:rPr lang="en-IN" dirty="0"/>
              <a:t>Considered phones priced up to ₹30,000.</a:t>
            </a:r>
          </a:p>
          <a:p>
            <a:r>
              <a:rPr lang="en-IN" b="1" dirty="0"/>
              <a:t>Conclusion:</a:t>
            </a:r>
            <a:r>
              <a:rPr lang="en-IN" dirty="0"/>
              <a:t> Multivariate analysis helps understand how multiple variables relate to mobile prices.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F0A13A-F7FD-DB3F-9AB3-C888FB8F6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215" y="1221700"/>
            <a:ext cx="5700254" cy="47095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44657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45BC51-C8F4-00EC-4BB9-E52094A368B6}"/>
              </a:ext>
            </a:extLst>
          </p:cNvPr>
          <p:cNvSpPr txBox="1"/>
          <p:nvPr/>
        </p:nvSpPr>
        <p:spPr>
          <a:xfrm>
            <a:off x="1001486" y="105471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3200" b="1" dirty="0">
                <a:solidFill>
                  <a:srgbClr val="FF0000"/>
                </a:solidFill>
              </a:rPr>
              <a:t>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C66AD4-2868-AF9F-7C95-36E83AD5206E}"/>
              </a:ext>
            </a:extLst>
          </p:cNvPr>
          <p:cNvSpPr txBox="1"/>
          <p:nvPr/>
        </p:nvSpPr>
        <p:spPr>
          <a:xfrm>
            <a:off x="1001486" y="1179845"/>
            <a:ext cx="1015419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From my brand analysis, Samsung has the highest number of mobile listings in my dataset, followed by Oppo and Vivo.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I also </a:t>
            </a:r>
            <a:r>
              <a:rPr lang="en-IN" sz="2800" dirty="0" err="1"/>
              <a:t>analyzed</a:t>
            </a:r>
            <a:r>
              <a:rPr lang="en-IN" sz="2800" dirty="0"/>
              <a:t> mobile price distribution and the relationship between RAM and price.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800" dirty="0"/>
              <a:t>The charts helped me understand the patterns in the collected data. The exact results depend on the values in my dataset.</a:t>
            </a:r>
          </a:p>
        </p:txBody>
      </p:sp>
    </p:spTree>
    <p:extLst>
      <p:ext uri="{BB962C8B-B14F-4D97-AF65-F5344CB8AC3E}">
        <p14:creationId xmlns:p14="http://schemas.microsoft.com/office/powerpoint/2010/main" val="3856001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C2AADA-58BF-D233-5F35-B0CD8D7A91A2}"/>
              </a:ext>
            </a:extLst>
          </p:cNvPr>
          <p:cNvSpPr txBox="1"/>
          <p:nvPr/>
        </p:nvSpPr>
        <p:spPr>
          <a:xfrm>
            <a:off x="530943" y="619433"/>
            <a:ext cx="8770374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rgbClr val="FF0000"/>
                </a:solidFill>
              </a:rPr>
              <a:t>Conclusion</a:t>
            </a:r>
          </a:p>
          <a:p>
            <a:pPr>
              <a:buNone/>
            </a:pPr>
            <a:endParaRPr lang="en-IN" sz="4000" b="1" dirty="0">
              <a:solidFill>
                <a:srgbClr val="FF0000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Collected mobile phone data from Flipkart using Selenium.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Cleaned and </a:t>
            </a:r>
            <a:r>
              <a:rPr lang="en-IN" sz="2800" dirty="0" err="1"/>
              <a:t>analyzed</a:t>
            </a:r>
            <a:r>
              <a:rPr lang="en-IN" sz="2800" dirty="0"/>
              <a:t> the dataset using Python and Pandas.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Used charts to understand mobile prices and brand distribution.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Compared mobile features such as RAM, storage, battery, and price.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The analysis helps users compare mobile phones and understand the available options under ₹30,000.</a:t>
            </a:r>
          </a:p>
        </p:txBody>
      </p:sp>
    </p:spTree>
    <p:extLst>
      <p:ext uri="{BB962C8B-B14F-4D97-AF65-F5344CB8AC3E}">
        <p14:creationId xmlns:p14="http://schemas.microsoft.com/office/powerpoint/2010/main" val="1719694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2602</TotalTime>
  <Words>862</Words>
  <Application>Microsoft Office PowerPoint</Application>
  <PresentationFormat>Widescreen</PresentationFormat>
  <Paragraphs>124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Lato Black</vt:lpstr>
      <vt:lpstr>Libre Baskerville</vt:lpstr>
      <vt:lpstr>Wingdings</vt:lpstr>
      <vt:lpstr>Arial</vt:lpstr>
      <vt:lpstr>Arial Black</vt:lpstr>
      <vt:lpstr>Calisto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Introduction</vt:lpstr>
      <vt:lpstr>PowerPoint Presentation</vt:lpstr>
      <vt:lpstr>Tools and Technologies</vt:lpstr>
      <vt:lpstr>PowerPoint Presentation</vt:lpstr>
      <vt:lpstr>Data Cleaning and Preprocessing</vt:lpstr>
      <vt:lpstr>PowerPoint Presentation</vt:lpstr>
      <vt:lpstr>Univariate Analysis </vt:lpstr>
      <vt:lpstr>Bivariate Analysis</vt:lpstr>
      <vt:lpstr>Multivariate Analysis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sravanicheraku@outlook.com</cp:lastModifiedBy>
  <cp:revision>6</cp:revision>
  <dcterms:created xsi:type="dcterms:W3CDTF">2021-02-16T05:19:01Z</dcterms:created>
  <dcterms:modified xsi:type="dcterms:W3CDTF">2026-10-13T12:39:49Z</dcterms:modified>
</cp:coreProperties>
</file>